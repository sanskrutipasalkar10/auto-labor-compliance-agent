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2" r:id="rId6"/>
    <p:sldId id="265" r:id="rId7"/>
    <p:sldId id="263" r:id="rId8"/>
    <p:sldId id="264" r:id="rId9"/>
    <p:sldId id="257" r:id="rId10"/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7C74C-A6B3-4F6C-AFEE-21F9BA20363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A8419-07A1-498E-8D3E-ADB08D64C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95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A8419-07A1-498E-8D3E-ADB08D64CAE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70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6D18-E317-6E60-75A4-887109942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565D-D95D-843A-76FB-74BA61A01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AEC37-9B6E-42B5-B545-979B38BB9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3FE86-7525-9A68-48BF-D3C684090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F24F8-A148-FC25-9D02-39EE1AEB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81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90AD-FF00-0016-AE22-93A6C522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EF43A-0FA6-2706-D6D9-5DFC65739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8C40E-4FE4-3670-0C78-F7BB7EC87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2C637-B747-A4F8-7827-11E940E1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D98C0-2AAE-CBD5-C22A-00B38803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58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AAF5-9FEC-655E-7363-7990551C9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4271D-CDD7-994D-FA27-291A8153E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E8CEA-E5C1-D3EF-B601-9979D0AD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E572-DBFF-B019-EC3D-30F94198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234EF-5054-20E6-BE5F-E54B5284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13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3362-AD6B-8929-DB61-C8DCF499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ECF54-D648-9000-2378-A18D875F2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DD7404-282D-B14A-4623-30C6B725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63337-3654-4BCD-B730-FC9B6BEB6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2921B-8B94-8DDF-015F-6D435BAFC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C4F10-6633-0419-0B38-7CA72A88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67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E7CF-6A14-877A-4F48-BCDB1C3F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40207-535D-1351-816F-C33FDD2CE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72B61-770B-E610-9DE1-F04DD003C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CFBAF-C2E7-2F07-81FC-DE7C71101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FE73A-A2B4-2967-ADF7-73A9558075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6BF57E-A3A2-F611-97CF-A240E44A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07237-B01E-A0F1-7FDF-BB464A05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DACEA-02A9-E322-0626-B5D27B03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6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44AD-03F8-101E-AB1A-05D32B0A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9A8F8-EF68-167D-91F2-38036024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D1C2D-CC9A-C72E-FECC-AC4B6698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50947-582E-41FE-2134-4DD38518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1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AD67D-5147-3164-59B2-5B8FB0E0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4181A-BCAA-79B1-9568-4E8B1E1B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262D2-3836-030F-28FB-EC1A7CA2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15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21FF-B181-CF14-B0F4-2E7A8006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6A23-E730-3C12-DFC9-80A77CD0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EE24A-F0EA-BC84-9FA2-99EFF2A3B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3B7CB-6AFE-F3D5-E00C-591E7B1C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E6333-A38B-913B-C9A3-BB5908D2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D6BB0-1743-2FFC-831F-BD143FBA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20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CFF0-F3A8-F167-9D02-339F837A4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14D02-E862-CFC1-187A-C67F08C5B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D768B-F357-8B97-8964-2B4FF14E2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E3B9E-4372-6E05-B743-D850450F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6F259-5273-1A21-78DE-0A56F375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73E1C-57BC-08FF-9D7B-0C8485CE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8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90E58-C4EF-C880-A862-120DE18A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F2494-4E96-F603-441D-A46E1CB14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33E5A-AD21-AA72-2C01-9BA4E81CB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9EA61-4078-7BF2-F3B9-FA6A24EB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961ED-9714-3E07-D658-6C125DCE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43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2103AB-5B57-6D31-2812-AB84A5162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C095A-F850-C202-C905-DAABF04BC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6750D-740A-9513-35E6-D5733074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A758-EBD2-94B1-998A-5BA37F9F1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0B58D-459B-0088-B6DE-D70E0E2F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2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62A92-FB1B-F193-48F4-6000FFFE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7E1D2-CCF7-1DA8-FE62-F53AE0C1E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C4A67-D6AC-515B-C882-3B73B6C51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0F022-2A33-4DA1-8C3E-58AC6604C32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1CAB0-4141-453B-950C-F6321E7D6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3630E-0879-F1DB-E062-31FB4970A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2283A-0D08-42A5-AA32-4CF135FB49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45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ue text&#10;&#10;Description automatically generated">
            <a:extLst>
              <a:ext uri="{FF2B5EF4-FFF2-40B4-BE49-F238E27FC236}">
                <a16:creationId xmlns:a16="http://schemas.microsoft.com/office/drawing/2014/main" id="{C7DBE411-344B-E3AF-788D-29057FC79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5" y="0"/>
            <a:ext cx="12062789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13E5B2-3AF1-3618-DA8F-71524A9BD5A8}"/>
              </a:ext>
            </a:extLst>
          </p:cNvPr>
          <p:cNvSpPr/>
          <p:nvPr/>
        </p:nvSpPr>
        <p:spPr>
          <a:xfrm>
            <a:off x="4076700" y="5537200"/>
            <a:ext cx="4495800" cy="825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39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D21E3F-F444-08B2-89FD-BB2501571A2B}"/>
              </a:ext>
            </a:extLst>
          </p:cNvPr>
          <p:cNvGrpSpPr/>
          <p:nvPr/>
        </p:nvGrpSpPr>
        <p:grpSpPr>
          <a:xfrm>
            <a:off x="0" y="0"/>
            <a:ext cx="12192000" cy="4885694"/>
            <a:chOff x="0" y="0"/>
            <a:chExt cx="12192000" cy="4885694"/>
          </a:xfrm>
        </p:grpSpPr>
        <p:pic>
          <p:nvPicPr>
            <p:cNvPr id="3" name="Picture 2" descr="A close-up of a white page&#10;&#10;Description automatically generated">
              <a:extLst>
                <a:ext uri="{FF2B5EF4-FFF2-40B4-BE49-F238E27FC236}">
                  <a16:creationId xmlns:a16="http://schemas.microsoft.com/office/drawing/2014/main" id="{C4FA4D5A-D49F-717D-BEFA-8B91F58F2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4885694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BA76A9-611B-2ABD-D9B2-7A5FD18E80C6}"/>
                </a:ext>
              </a:extLst>
            </p:cNvPr>
            <p:cNvSpPr/>
            <p:nvPr/>
          </p:nvSpPr>
          <p:spPr>
            <a:xfrm>
              <a:off x="557784" y="603504"/>
              <a:ext cx="7415784" cy="6309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9206D7-0363-3224-C43D-70C187593C7B}"/>
              </a:ext>
            </a:extLst>
          </p:cNvPr>
          <p:cNvSpPr txBox="1"/>
          <p:nvPr/>
        </p:nvSpPr>
        <p:spPr>
          <a:xfrm>
            <a:off x="557784" y="588109"/>
            <a:ext cx="6839712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sz="4000" b="1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chemeClr val="tx2">
                    <a:lumMod val="75000"/>
                    <a:lumOff val="25000"/>
                  </a:schemeClr>
                </a:solidFill>
              </a:rPr>
              <a:t>Goal</a:t>
            </a:r>
            <a:endParaRPr lang="en-IN" sz="2000" b="1" dirty="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861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EBBFEB8-C1D9-A23F-1DC9-F570DAD06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7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7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9751F38-898E-8290-53D9-41E31233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4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79B734C-3E70-E454-CD67-27CEC8D0E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2" y="0"/>
            <a:ext cx="12129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2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workflow&#10;&#10;Description automatically generated">
            <a:extLst>
              <a:ext uri="{FF2B5EF4-FFF2-40B4-BE49-F238E27FC236}">
                <a16:creationId xmlns:a16="http://schemas.microsoft.com/office/drawing/2014/main" id="{EB069CE2-63C3-B310-01F3-FC190080E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632"/>
            <a:ext cx="12192000" cy="66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47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54B293E-3941-9ED9-CA16-1FFC1969C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55"/>
          <a:stretch/>
        </p:blipFill>
        <p:spPr>
          <a:xfrm>
            <a:off x="0" y="0"/>
            <a:ext cx="12192000" cy="173736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C89C44C-49D0-0543-B3ED-14BA885DF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4" y="1833321"/>
            <a:ext cx="6090114" cy="3722216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5A0D2AA2-11BD-21B0-AE2A-47F8C4565F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"/>
          <a:stretch/>
        </p:blipFill>
        <p:spPr>
          <a:xfrm>
            <a:off x="6417804" y="1737360"/>
            <a:ext cx="5522756" cy="391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54B293E-3941-9ED9-CA16-1FFC1969C1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055"/>
          <a:stretch/>
        </p:blipFill>
        <p:spPr>
          <a:xfrm>
            <a:off x="0" y="0"/>
            <a:ext cx="12192000" cy="1737360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DD52857-8F46-E2D4-F2BA-62B2AC8E4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922239"/>
            <a:ext cx="5536060" cy="3013522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91C1840-F79B-27BF-3413-D6F0F511C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169" y="1850119"/>
            <a:ext cx="5905831" cy="31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97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45EB81B-F5A4-F438-FF57-E09489D37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7" y="0"/>
            <a:ext cx="12018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15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A1C1994-84B5-D626-BE1E-2C1A78D5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30" y="0"/>
            <a:ext cx="106561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84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</Words>
  <Application>Microsoft Office PowerPoint</Application>
  <PresentationFormat>Widescreen</PresentationFormat>
  <Paragraphs>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sanskruti pasalkar</dc:creator>
  <cp:lastModifiedBy>sanskruti pasalkar</cp:lastModifiedBy>
  <cp:revision>4</cp:revision>
  <dcterms:created xsi:type="dcterms:W3CDTF">2026-02-19T17:59:25Z</dcterms:created>
  <dcterms:modified xsi:type="dcterms:W3CDTF">2026-04-21T09:38:58Z</dcterms:modified>
</cp:coreProperties>
</file>